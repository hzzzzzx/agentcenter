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27432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AgentCenter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企业智能中枢 · 应用架构图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4572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70F3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1645920"/>
            <a:ext cx="1371600" cy="13716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的角色与价值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分层架构与核心组件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外部系统对接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DevOps 系统的交互模式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关键要点与后续规划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1371600"/>
            <a:ext cx="1097280" cy="3200400"/>
          </a:xfrm>
          <a:prstGeom prst="rect">
            <a:avLst/>
          </a:prstGeom>
          <a:solidFill>
            <a:srgbClr val="D4AF37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070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= AI 调度中心，不是另一个 DevOps 系统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负责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感知外部系统状态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19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触发外部系统流程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58184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667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提供上下文记忆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105656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142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编排多Agent协作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53128"/>
            <a:ext cx="137160" cy="1371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61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主动推送通知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外部系统自带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3063240"/>
            <a:ext cx="137160" cy="137160"/>
          </a:xfrm>
          <a:prstGeom prst="ellipse">
            <a:avLst/>
          </a:prstGeom>
          <a:solidFill>
            <a:srgbClr val="525252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合规机制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3410712"/>
            <a:ext cx="137160" cy="137160"/>
          </a:xfrm>
          <a:prstGeom prst="ellipse">
            <a:avLst/>
          </a:prstGeom>
          <a:solidFill>
            <a:srgbClr val="52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319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3758184"/>
            <a:ext cx="137160" cy="137160"/>
          </a:xfrm>
          <a:prstGeom prst="ellipse">
            <a:avLst/>
          </a:prstGeom>
          <a:solidFill>
            <a:srgbClr val="525252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6667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4105656"/>
            <a:ext cx="137160" cy="137160"/>
          </a:xfrm>
          <a:prstGeom prst="ellipse">
            <a:avLst/>
          </a:prstGeom>
          <a:solidFill>
            <a:srgbClr val="525252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40142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4453128"/>
            <a:ext cx="137160" cy="137160"/>
          </a:xfrm>
          <a:prstGeom prst="ellipse">
            <a:avLst/>
          </a:prstGeom>
          <a:solidFill>
            <a:srgbClr val="525252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4361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具体执行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应用架构用例图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914400" cy="1828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188366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1" name="Shape 9"/>
          <p:cNvSpPr/>
          <p:nvPr/>
        </p:nvSpPr>
        <p:spPr>
          <a:xfrm>
            <a:off x="316382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Shape 12"/>
          <p:cNvSpPr/>
          <p:nvPr/>
        </p:nvSpPr>
        <p:spPr>
          <a:xfrm>
            <a:off x="444398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530352"/>
            <a:ext cx="164592" cy="16459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72414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280160"/>
            <a:ext cx="640080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17043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AgentCenter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15544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用户交互层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185623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1856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对话界面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34440" y="18562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874520" y="185623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01952" y="1856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气泡通知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514600" y="18562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主动推送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94360" y="207568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075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管理控制台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34440" y="207568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状态总览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874520" y="207568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1952" y="2075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14600" y="207568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383280" y="155448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BBDEFB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1600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🚪 接入层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1856232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1856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API路由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206240" y="1856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4983480" y="1856232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1856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鉴权认证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15000" y="1856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OAuth/JWT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474720" y="20756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2075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限流熔断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206240" y="207568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983480" y="20756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2075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流式对话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15000" y="207568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502920" y="2468880"/>
            <a:ext cx="6080760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251460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核心引擎层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4360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4360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764792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64792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工作流引擎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764792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2935224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35224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Agent注册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935224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4105656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05656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05656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5276088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76088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上下文管理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76088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502920" y="3383280"/>
            <a:ext cx="2880360" cy="777240"/>
          </a:xfrm>
          <a:prstGeom prst="roundRect">
            <a:avLst>
              <a:gd name="adj" fmla="val 11765"/>
            </a:avLst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34290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工具能力层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8640" y="3685032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" y="3685032"/>
            <a:ext cx="832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463040" y="3685032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481328" y="3685032"/>
            <a:ext cx="832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技能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377440" y="3685032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95728" y="3685032"/>
            <a:ext cx="832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 异步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48640" y="390448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6928" y="3904488"/>
            <a:ext cx="832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事件总线 驱动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463040" y="390448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481328" y="3904488"/>
            <a:ext cx="832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 调度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2377440" y="390448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95728" y="3904488"/>
            <a:ext cx="832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 扩展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520440" y="338328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11880" y="342900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数据访问层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611880" y="368503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39312" y="36850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4343400" y="3685032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74920" y="368503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02352" y="36850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对话存储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806440" y="3685032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3611880" y="3904488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39312" y="39044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Redis缓存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343400" y="3904488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074920" y="3904488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02352" y="39044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806440" y="3904488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502920" y="429768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2920" y="4297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安全合规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920240" y="4297680"/>
            <a:ext cx="4663440" cy="365760"/>
          </a:xfrm>
          <a:prstGeom prst="roundRect">
            <a:avLst>
              <a:gd name="adj" fmla="val 20000"/>
            </a:avLst>
          </a:prstGeom>
          <a:solidFill>
            <a:srgbClr val="00BCD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65960" y="4297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记忆能力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0632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0632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7490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490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44348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348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51206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206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858000" y="1280160"/>
            <a:ext cx="1920240" cy="3520440"/>
          </a:xfrm>
          <a:prstGeom prst="roundRect">
            <a:avLst>
              <a:gd name="adj" fmla="val 4762"/>
            </a:avLst>
          </a:prstGeom>
          <a:solidFill>
            <a:srgbClr val="ECEFF1"/>
          </a:solidFill>
          <a:ln w="19050">
            <a:solidFill>
              <a:srgbClr val="607D8B"/>
            </a:solidFill>
            <a:prstDash val="dash"/>
          </a:ln>
        </p:spPr>
      </p:sp>
      <p:sp>
        <p:nvSpPr>
          <p:cNvPr id="108" name="Text 106"/>
          <p:cNvSpPr/>
          <p:nvPr/>
        </p:nvSpPr>
        <p:spPr>
          <a:xfrm>
            <a:off x="6903720" y="1371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系统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6949440" y="169164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49440" y="17282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项目跟踪系统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949440" y="19293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需求/任务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949440" y="219456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49440" y="22311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代码仓库系统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6949440" y="243230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Git仓库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6949440" y="269748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49440" y="273405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持续集成系统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6949440" y="293522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构建/测试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6949440" y="3200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949440" y="323697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容器编排系统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6949440" y="343814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K8s/部署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6949440" y="370332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949440" y="37398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监控告警系统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6949440" y="394106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指标/日志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949440" y="420624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949440" y="42428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通知协作系统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6949440" y="44439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消息/邮件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502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100584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976D2"/>
          </a:solidFill>
          <a:ln/>
        </p:spPr>
      </p:sp>
      <p:sp>
        <p:nvSpPr>
          <p:cNvPr id="129" name="Text 127"/>
          <p:cNvSpPr/>
          <p:nvPr/>
        </p:nvSpPr>
        <p:spPr>
          <a:xfrm>
            <a:off x="120700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78308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9800"/>
          </a:solidFill>
          <a:ln/>
        </p:spPr>
      </p:sp>
      <p:sp>
        <p:nvSpPr>
          <p:cNvPr id="131" name="Text 129"/>
          <p:cNvSpPr/>
          <p:nvPr/>
        </p:nvSpPr>
        <p:spPr>
          <a:xfrm>
            <a:off x="198424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256032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9C27B0"/>
          </a:solidFill>
          <a:ln/>
        </p:spPr>
      </p:sp>
      <p:sp>
        <p:nvSpPr>
          <p:cNvPr id="133" name="Text 131"/>
          <p:cNvSpPr/>
          <p:nvPr/>
        </p:nvSpPr>
        <p:spPr>
          <a:xfrm>
            <a:off x="276148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333756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135" name="Text 133"/>
          <p:cNvSpPr/>
          <p:nvPr/>
        </p:nvSpPr>
        <p:spPr>
          <a:xfrm>
            <a:off x="353872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8503920" y="484632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37" name="Text 135"/>
          <p:cNvSpPr/>
          <p:nvPr/>
        </p:nvSpPr>
        <p:spPr>
          <a:xfrm>
            <a:off x="8503920" y="4846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信息流泳道图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411480"/>
            <a:ext cx="914400" cy="1828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30352"/>
            <a:ext cx="100584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30352"/>
            <a:ext cx="0" cy="47548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需求系统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17320" y="58521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5852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提出需求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0" y="6400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6400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需求评审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54680" y="58521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5852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需求分配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023360" y="6400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6400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1005840"/>
            <a:ext cx="530352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74320" y="1005840"/>
            <a:ext cx="10058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005840"/>
            <a:ext cx="0" cy="47548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0058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17320" y="106070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10607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0" y="111556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1155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代码编写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154680" y="106070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10607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023360" y="111556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11155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方案确认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1481328"/>
            <a:ext cx="530352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74320" y="1481328"/>
            <a:ext cx="100584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481328"/>
            <a:ext cx="0" cy="47548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14813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417320" y="153619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15361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提交代码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86000" y="159105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15910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发起MR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154680" y="153619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15361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023360" y="159105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15910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合并代码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1956816"/>
            <a:ext cx="530352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74320" y="1956816"/>
            <a:ext cx="10058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1956816"/>
            <a:ext cx="0" cy="47548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195681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417320" y="20116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17320" y="20116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触发构建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286000" y="206654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20665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执行测试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154680" y="20116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54680" y="20116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生成报告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023360" y="206654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0" y="20665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镜像构建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74320" y="2432304"/>
            <a:ext cx="530352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74320" y="2432304"/>
            <a:ext cx="100584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2432304"/>
            <a:ext cx="0" cy="47548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243230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417320" y="248716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17320" y="24871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286000" y="254203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25420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预发布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154680" y="248716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54680" y="24871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发布生产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023360" y="254203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23360" y="25420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74320" y="2907792"/>
            <a:ext cx="530352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274320" y="2907792"/>
            <a:ext cx="10058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2907792"/>
            <a:ext cx="0" cy="47548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29077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运维管理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417320" y="296265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17320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故障检测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286000" y="301752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0" y="30175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154680" y="296265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54680" y="296265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自动修复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023360" y="301752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23360" y="30175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运维操作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74320" y="3383280"/>
            <a:ext cx="530352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274320" y="3383280"/>
            <a:ext cx="100584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4320" y="3383280"/>
            <a:ext cx="0" cy="47548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33832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417320" y="343814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417320" y="34381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指标采集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286000" y="349300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6000" y="34930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阈值检测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154680" y="343814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54680" y="34381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触发告警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023360" y="349300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023360" y="34930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告警确认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74320" y="3858768"/>
            <a:ext cx="530352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274320" y="3858768"/>
            <a:ext cx="10058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74320" y="3858768"/>
            <a:ext cx="0" cy="475488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85876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通知协作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417320" y="391363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417320" y="39136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推送通知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286000" y="396849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286000" y="39684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任务协作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154680" y="391363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154680" y="39136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进度同步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023360" y="3968496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023360" y="39684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流程完成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5806440" y="768096"/>
            <a:ext cx="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5879592" y="768096"/>
            <a:ext cx="0" cy="475488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5952744" y="1243584"/>
            <a:ext cx="0" cy="475488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6025896" y="1719072"/>
            <a:ext cx="0" cy="475488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6099048" y="2194560"/>
            <a:ext cx="0" cy="475488"/>
          </a:xfrm>
          <a:prstGeom prst="line">
            <a:avLst/>
          </a:prstGeom>
          <a:noFill/>
          <a:ln w="19050">
            <a:solidFill>
              <a:srgbClr val="9C27B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6172200" y="2670048"/>
            <a:ext cx="0" cy="475488"/>
          </a:xfrm>
          <a:prstGeom prst="line">
            <a:avLst/>
          </a:prstGeom>
          <a:noFill/>
          <a:ln w="19050">
            <a:solidFill>
              <a:srgbClr val="F44336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6245352" y="3145536"/>
            <a:ext cx="0" cy="47548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6318504" y="3621024"/>
            <a:ext cx="0" cy="475488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6217920" y="530352"/>
            <a:ext cx="2651760" cy="4187952"/>
          </a:xfrm>
          <a:prstGeom prst="roundRect">
            <a:avLst>
              <a:gd name="adj" fmla="val 3448"/>
            </a:avLst>
          </a:prstGeom>
          <a:solidFill>
            <a:srgbClr val="ECEFF1"/>
          </a:solidFill>
          <a:ln w="12700">
            <a:solidFill>
              <a:srgbClr val="607D8B"/>
            </a:solidFill>
            <a:prstDash val="dash"/>
          </a:ln>
        </p:spPr>
      </p:sp>
      <p:sp>
        <p:nvSpPr>
          <p:cNvPr id="108" name="Text 106"/>
          <p:cNvSpPr/>
          <p:nvPr/>
        </p:nvSpPr>
        <p:spPr>
          <a:xfrm>
            <a:off x="6217920" y="5303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6537960" y="96012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070F3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3796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7543800" y="1417320"/>
            <a:ext cx="0" cy="22860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6537960" y="164592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070F3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5379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任务编排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7543800" y="2103120"/>
            <a:ext cx="0" cy="22860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6537960" y="233172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070F3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53796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7543800" y="2788920"/>
            <a:ext cx="0" cy="22860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6537960" y="301752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070F3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53796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结果汇总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5120640" y="1645920"/>
            <a:ext cx="109728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5212080" y="1463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 flipH="1">
            <a:off x="6217920" y="2286000"/>
            <a:ext cx="-27432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5669280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274320" y="4572000"/>
            <a:ext cx="5760720" cy="502920"/>
          </a:xfrm>
          <a:prstGeom prst="roundRect">
            <a:avLst>
              <a:gd name="adj" fmla="val 10909"/>
            </a:avLst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65760" y="4617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822960" y="4818888"/>
            <a:ext cx="36576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27" name="Text 125"/>
          <p:cNvSpPr/>
          <p:nvPr/>
        </p:nvSpPr>
        <p:spPr>
          <a:xfrm>
            <a:off x="1280160" y="4727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泳道分隔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468880" y="4818888"/>
            <a:ext cx="365760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  <a:tailEnd type="triangle"/>
          </a:ln>
        </p:spPr>
      </p:sp>
      <p:sp>
        <p:nvSpPr>
          <p:cNvPr id="129" name="Text 127"/>
          <p:cNvSpPr/>
          <p:nvPr/>
        </p:nvSpPr>
        <p:spPr>
          <a:xfrm>
            <a:off x="2926080" y="4727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跨泳道流动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4114800" y="4818888"/>
            <a:ext cx="36576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31" name="Text 129"/>
          <p:cNvSpPr/>
          <p:nvPr/>
        </p:nvSpPr>
        <p:spPr>
          <a:xfrm>
            <a:off x="4572000" y="4727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Agent读写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33" name="Text 13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是 AI 调度层，对接外部系统而非替代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DevOps 系统自带合规/审批/审计机制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具备感知、触发、合规检查三大能力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154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记忆能力提供可靠的上下文输入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0070F3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后续规划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确定详细技术方案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画部署架构图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画数据流图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画 Agent 协作流程图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2026-04-06T14:19:06Z</dcterms:created>
  <dcterms:modified xsi:type="dcterms:W3CDTF">2026-04-06T14:19:06Z</dcterms:modified>
</cp:coreProperties>
</file>