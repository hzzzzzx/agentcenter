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486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应用架构图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28600" y="292608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365760"/>
            <a:ext cx="8686800" cy="69494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28600" y="365760"/>
            <a:ext cx="45720" cy="69494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365760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用户交互层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45720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5720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对话界面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54580" y="45720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4580" y="45720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流式渲染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0" y="45720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5720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气泡通知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960620" y="45720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0620" y="45720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51560" y="7498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7498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管理控制台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54580" y="7498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4580" y="7498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状态总览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0" y="7498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7498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60620" y="7498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0620" y="7498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28600" y="1115568"/>
            <a:ext cx="86868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28600" y="1115568"/>
            <a:ext cx="45720" cy="69494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1115568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1560" y="12070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12070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API网关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354580" y="12070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4580" y="12070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0" y="12070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12070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960620" y="1207008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0620" y="1207008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51560" y="14996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14996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54580" y="14996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4580" y="14996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OAuth2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0" y="14996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14996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限流熔断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960620" y="14996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0620" y="14996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负载均衡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28600" y="1865376"/>
            <a:ext cx="8686800" cy="694944"/>
          </a:xfrm>
          <a:prstGeom prst="rect">
            <a:avLst/>
          </a:prstGeom>
          <a:solidFill>
            <a:srgbClr val="FFE0B2"/>
          </a:solidFill>
          <a:ln w="6350">
            <a:solidFill>
              <a:srgbClr val="B0BEC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228600" y="1865376"/>
            <a:ext cx="45720" cy="69494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1865376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核心引擎层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51560" y="19568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19568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354580" y="19568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4580" y="19568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工作流引擎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0" y="19568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0" y="19568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960620" y="1956816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0620" y="1956816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51560" y="22494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560" y="22494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编排调度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354580" y="22494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54580" y="22494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任务分发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657600" y="22494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22494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结果聚合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960620" y="22494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60620" y="22494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28600" y="2615184"/>
            <a:ext cx="8686800" cy="694944"/>
          </a:xfrm>
          <a:prstGeom prst="rect">
            <a:avLst/>
          </a:prstGeom>
          <a:solidFill>
            <a:srgbClr val="E1BEE7"/>
          </a:solidFill>
          <a:ln w="6350">
            <a:solidFill>
              <a:srgbClr val="B0BEC5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228600" y="2615184"/>
            <a:ext cx="45720" cy="69494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3" name="Text 61"/>
          <p:cNvSpPr/>
          <p:nvPr/>
        </p:nvSpPr>
        <p:spPr>
          <a:xfrm>
            <a:off x="292608" y="2615184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工具能力层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51560" y="27066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" y="27066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354580" y="27066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54580" y="27066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Skill技能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657600" y="27066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0" y="27066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960620" y="2706624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60620" y="2706624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事件总线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051560" y="29992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51560" y="29992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354580" y="29992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54580" y="29992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657600" y="29992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0" y="29992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Agent配置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960620" y="29992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60620" y="29992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主动建议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28600" y="3364992"/>
            <a:ext cx="8686800" cy="69494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228600" y="3364992"/>
            <a:ext cx="45720" cy="69494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82" name="Text 80"/>
          <p:cNvSpPr/>
          <p:nvPr/>
        </p:nvSpPr>
        <p:spPr>
          <a:xfrm>
            <a:off x="292608" y="3364992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数据访问层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51560" y="34564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51560" y="34564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354580" y="34564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354580" y="34564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657600" y="34564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0" y="34564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对话存储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960620" y="3456432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60620" y="3456432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Redis缓存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051560" y="374904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" y="374904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354580" y="374904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354580" y="374904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追溯查询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657600" y="374904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57600" y="374904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数据备份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960620" y="3749040"/>
            <a:ext cx="1248156" cy="25603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976D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60620" y="3749040"/>
            <a:ext cx="12481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安全加密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355080" y="365760"/>
            <a:ext cx="2560320" cy="3694176"/>
          </a:xfrm>
          <a:prstGeom prst="roundRect">
            <a:avLst>
              <a:gd name="adj" fmla="val 2857"/>
            </a:avLst>
          </a:prstGeom>
          <a:solidFill>
            <a:srgbClr val="ECEFF1"/>
          </a:solidFill>
          <a:ln w="12700">
            <a:solidFill>
              <a:srgbClr val="607D8B"/>
            </a:solidFill>
            <a:prstDash val="dash"/>
          </a:ln>
        </p:spPr>
      </p:sp>
      <p:sp>
        <p:nvSpPr>
          <p:cNvPr id="100" name="Text 98"/>
          <p:cNvSpPr/>
          <p:nvPr/>
        </p:nvSpPr>
        <p:spPr>
          <a:xfrm>
            <a:off x="6355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系统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6492240" y="731520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BBDEFB"/>
          </a:solidFill>
          <a:ln w="7620">
            <a:solidFill>
              <a:srgbClr val="1976D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92240" y="73152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需求管理系统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92240" y="1271016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B2EBF2"/>
          </a:solidFill>
          <a:ln w="7620">
            <a:solidFill>
              <a:srgbClr val="1976D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92240" y="1271016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492240" y="1810512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C8E6C9"/>
          </a:solidFill>
          <a:ln w="7620">
            <a:solidFill>
              <a:srgbClr val="1976D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492240" y="1810512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492240" y="2350008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FFE0B2"/>
          </a:solidFill>
          <a:ln w="7620">
            <a:solidFill>
              <a:srgbClr val="1976D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492240" y="2350008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6492240" y="2889504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E1BEE7"/>
          </a:solidFill>
          <a:ln w="7620">
            <a:solidFill>
              <a:srgbClr val="1976D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92240" y="288950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492240" y="3429000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CFD8DC"/>
          </a:solidFill>
          <a:ln w="7620">
            <a:solidFill>
              <a:srgbClr val="1976D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92240" y="342900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通知协作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263640" y="731520"/>
            <a:ext cx="0" cy="3328416"/>
          </a:xfrm>
          <a:prstGeom prst="line">
            <a:avLst/>
          </a:prstGeom>
          <a:noFill/>
          <a:ln w="19050">
            <a:solidFill>
              <a:srgbClr val="78909C"/>
            </a:solidFill>
            <a:prstDash val="dash"/>
          </a:ln>
        </p:spPr>
      </p:sp>
      <p:sp>
        <p:nvSpPr>
          <p:cNvPr id="114" name="Text 112"/>
          <p:cNvSpPr/>
          <p:nvPr/>
        </p:nvSpPr>
        <p:spPr>
          <a:xfrm>
            <a:off x="5989320" y="20756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16" name="Text 1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2026-04-07T08:34:43Z</dcterms:created>
  <dcterms:modified xsi:type="dcterms:W3CDTF">2026-04-07T08:34:43Z</dcterms:modified>
</cp:coreProperties>
</file>