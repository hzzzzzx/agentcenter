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0972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AgentCenter 信息流泳道图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411480"/>
            <a:ext cx="914400" cy="18288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4" name="Shape 2"/>
          <p:cNvSpPr/>
          <p:nvPr/>
        </p:nvSpPr>
        <p:spPr>
          <a:xfrm>
            <a:off x="183696" y="426176"/>
            <a:ext cx="624568" cy="558437"/>
          </a:xfrm>
          <a:prstGeom prst="rect">
            <a:avLst/>
          </a:prstGeom>
          <a:solidFill>
            <a:srgbClr val="E3F2FD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3696" y="426176"/>
            <a:ext cx="22860" cy="558437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" name="Text 4"/>
          <p:cNvSpPr/>
          <p:nvPr/>
        </p:nvSpPr>
        <p:spPr>
          <a:xfrm>
            <a:off x="183696" y="426176"/>
            <a:ext cx="624568" cy="558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需求系统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81743" y="484959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1743" y="484959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提出需求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285875" y="631916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5875" y="631916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需求评审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690007" y="793569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0007" y="793569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需求分配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094139" y="558437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94139" y="558437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需求确认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83696" y="984613"/>
            <a:ext cx="5731329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83696" y="984613"/>
            <a:ext cx="624568" cy="558437"/>
          </a:xfrm>
          <a:prstGeom prst="rect">
            <a:avLst/>
          </a:prstGeom>
          <a:solidFill>
            <a:srgbClr val="E8F5E9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3696" y="984613"/>
            <a:ext cx="22860" cy="558437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8" name="Text 16"/>
          <p:cNvSpPr/>
          <p:nvPr/>
        </p:nvSpPr>
        <p:spPr>
          <a:xfrm>
            <a:off x="183696" y="984613"/>
            <a:ext cx="624568" cy="558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开发环境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94364" y="1043396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94364" y="1043396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298496" y="1352006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8496" y="1352006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代码编写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702629" y="1043396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2629" y="1043396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代码评审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106761" y="1352006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6761" y="1352006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方案确认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83696" y="1543050"/>
            <a:ext cx="5731329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83696" y="1543050"/>
            <a:ext cx="624568" cy="558437"/>
          </a:xfrm>
          <a:prstGeom prst="rect">
            <a:avLst/>
          </a:prstGeom>
          <a:solidFill>
            <a:srgbClr val="E3F2FD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3696" y="1543050"/>
            <a:ext cx="22860" cy="558437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0" name="Text 28"/>
          <p:cNvSpPr/>
          <p:nvPr/>
        </p:nvSpPr>
        <p:spPr>
          <a:xfrm>
            <a:off x="183696" y="1543050"/>
            <a:ext cx="624568" cy="558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代码仓库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36964" y="1601833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36964" y="1601833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提交代码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241096" y="1895747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41096" y="1895747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发起MR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645229" y="1895747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45229" y="1895747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代码审查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049361" y="1601833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49361" y="1601833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合并代码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83696" y="2101487"/>
            <a:ext cx="5731329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83696" y="2101487"/>
            <a:ext cx="624568" cy="558437"/>
          </a:xfrm>
          <a:prstGeom prst="rect">
            <a:avLst/>
          </a:prstGeom>
          <a:solidFill>
            <a:srgbClr val="E8F5E9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3696" y="2101487"/>
            <a:ext cx="22860" cy="558437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42" name="Text 40"/>
          <p:cNvSpPr/>
          <p:nvPr/>
        </p:nvSpPr>
        <p:spPr>
          <a:xfrm>
            <a:off x="183696" y="2101487"/>
            <a:ext cx="624568" cy="558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380014" y="2468880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0014" y="2468880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触发构建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784146" y="2160270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84146" y="2160270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执行测试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188279" y="2468880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88279" y="2468880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生成报告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592411" y="2160270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92411" y="2160270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镜像构建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83696" y="2659924"/>
            <a:ext cx="5731329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183696" y="2659924"/>
            <a:ext cx="624568" cy="558437"/>
          </a:xfrm>
          <a:prstGeom prst="rect">
            <a:avLst/>
          </a:prstGeom>
          <a:solidFill>
            <a:srgbClr val="E3F2FD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3696" y="2659924"/>
            <a:ext cx="22860" cy="558437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54" name="Text 52"/>
          <p:cNvSpPr/>
          <p:nvPr/>
        </p:nvSpPr>
        <p:spPr>
          <a:xfrm>
            <a:off x="183696" y="2659924"/>
            <a:ext cx="624568" cy="558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部署环境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55221" y="2718707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55221" y="2718707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部署测试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359354" y="3042013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59354" y="3042013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预发布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1763486" y="3042013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63486" y="3042013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发布生产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2167618" y="2718707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167618" y="2718707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健康检查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183696" y="3218361"/>
            <a:ext cx="5731329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183696" y="3218361"/>
            <a:ext cx="624568" cy="558437"/>
          </a:xfrm>
          <a:prstGeom prst="rect">
            <a:avLst/>
          </a:prstGeom>
          <a:solidFill>
            <a:srgbClr val="E8F5E9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3696" y="3218361"/>
            <a:ext cx="22860" cy="558437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6" name="Text 64"/>
          <p:cNvSpPr/>
          <p:nvPr/>
        </p:nvSpPr>
        <p:spPr>
          <a:xfrm>
            <a:off x="183696" y="3218361"/>
            <a:ext cx="624568" cy="558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运维管理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159579" y="3600450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59579" y="3600450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故障检测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3563711" y="3277144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63711" y="3277144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问题定位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967843" y="3277144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967843" y="3277144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自动修复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371975" y="3600450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71975" y="3600450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运维操作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83696" y="3776799"/>
            <a:ext cx="5731329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183696" y="3776799"/>
            <a:ext cx="624568" cy="558437"/>
          </a:xfrm>
          <a:prstGeom prst="rect">
            <a:avLst/>
          </a:prstGeom>
          <a:solidFill>
            <a:srgbClr val="E3F2FD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83696" y="3776799"/>
            <a:ext cx="22860" cy="558437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78" name="Text 76"/>
          <p:cNvSpPr/>
          <p:nvPr/>
        </p:nvSpPr>
        <p:spPr>
          <a:xfrm>
            <a:off x="183696" y="3776799"/>
            <a:ext cx="624568" cy="558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监控告警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335236" y="3864973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35236" y="3864973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指标采集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4739368" y="4129496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39368" y="4129496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阈值检测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5143500" y="3923756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143500" y="3923756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触发告警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5547632" y="4070713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547632" y="4070713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告警确认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183696" y="4335236"/>
            <a:ext cx="5731329" cy="0"/>
          </a:xfrm>
          <a:prstGeom prst="line">
            <a:avLst/>
          </a:prstGeom>
          <a:noFill/>
          <a:ln w="6350">
            <a:solidFill>
              <a:srgbClr val="B0BEC5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183696" y="4335236"/>
            <a:ext cx="624568" cy="558437"/>
          </a:xfrm>
          <a:prstGeom prst="rect">
            <a:avLst/>
          </a:prstGeom>
          <a:solidFill>
            <a:srgbClr val="E8F5E9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83696" y="4335236"/>
            <a:ext cx="22860" cy="558437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90" name="Text 88"/>
          <p:cNvSpPr/>
          <p:nvPr/>
        </p:nvSpPr>
        <p:spPr>
          <a:xfrm>
            <a:off x="183696" y="4335236"/>
            <a:ext cx="624568" cy="558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通知协作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2277836" y="4423410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277836" y="4423410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推送通知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2681968" y="4570367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681968" y="4570367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任务协作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3086100" y="4717324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086100" y="4717324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进度同步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3490232" y="4452801"/>
            <a:ext cx="352697" cy="132261"/>
          </a:xfrm>
          <a:prstGeom prst="roundRect">
            <a:avLst>
              <a:gd name="adj" fmla="val 13827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490232" y="4452801"/>
            <a:ext cx="352697" cy="132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流程完成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881743" y="683351"/>
            <a:ext cx="0" cy="14696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58091" y="698046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1285875" y="830308"/>
            <a:ext cx="0" cy="29391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462224" y="859699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1690007" y="991961"/>
            <a:ext cx="0" cy="-367393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866356" y="624568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3894364" y="1241788"/>
            <a:ext cx="0" cy="110218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070713" y="1352006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4298496" y="1484267"/>
            <a:ext cx="0" cy="-30861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474845" y="1175657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4702629" y="1241788"/>
            <a:ext cx="0" cy="110218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878977" y="1352006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1836964" y="1800225"/>
            <a:ext cx="0" cy="161653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013313" y="1961878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2241096" y="2094139"/>
            <a:ext cx="176349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2645229" y="1961878"/>
            <a:ext cx="0" cy="-293914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821577" y="1667964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>
            <a:off x="3380014" y="2667272"/>
            <a:ext cx="0" cy="-440871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556363" y="2226401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18" name="Shape 116"/>
          <p:cNvSpPr/>
          <p:nvPr/>
        </p:nvSpPr>
        <p:spPr>
          <a:xfrm>
            <a:off x="3784146" y="2358662"/>
            <a:ext cx="0" cy="176349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960495" y="2535011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4188279" y="2667272"/>
            <a:ext cx="0" cy="-440871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364627" y="2226401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22" name="Shape 120"/>
          <p:cNvSpPr/>
          <p:nvPr/>
        </p:nvSpPr>
        <p:spPr>
          <a:xfrm>
            <a:off x="955221" y="2917099"/>
            <a:ext cx="0" cy="191044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131570" y="3108144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24" name="Shape 122"/>
          <p:cNvSpPr/>
          <p:nvPr/>
        </p:nvSpPr>
        <p:spPr>
          <a:xfrm>
            <a:off x="1359354" y="3174274"/>
            <a:ext cx="404132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25" name="Shape 123"/>
          <p:cNvSpPr/>
          <p:nvPr/>
        </p:nvSpPr>
        <p:spPr>
          <a:xfrm>
            <a:off x="1763486" y="3174274"/>
            <a:ext cx="0" cy="-389436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939834" y="2784838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27" name="Shape 125"/>
          <p:cNvSpPr/>
          <p:nvPr/>
        </p:nvSpPr>
        <p:spPr>
          <a:xfrm>
            <a:off x="3159579" y="3732711"/>
            <a:ext cx="0" cy="-389436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335927" y="3343275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29" name="Shape 127"/>
          <p:cNvSpPr/>
          <p:nvPr/>
        </p:nvSpPr>
        <p:spPr>
          <a:xfrm>
            <a:off x="3563711" y="3409406"/>
            <a:ext cx="404132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30" name="Shape 128"/>
          <p:cNvSpPr/>
          <p:nvPr/>
        </p:nvSpPr>
        <p:spPr>
          <a:xfrm>
            <a:off x="3967843" y="3409406"/>
            <a:ext cx="0" cy="257175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144191" y="3666581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32" name="Shape 130"/>
          <p:cNvSpPr/>
          <p:nvPr/>
        </p:nvSpPr>
        <p:spPr>
          <a:xfrm>
            <a:off x="4335236" y="4063365"/>
            <a:ext cx="0" cy="198392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11584" y="4261757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34" name="Shape 132"/>
          <p:cNvSpPr/>
          <p:nvPr/>
        </p:nvSpPr>
        <p:spPr>
          <a:xfrm>
            <a:off x="4739368" y="4327888"/>
            <a:ext cx="0" cy="-338001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915716" y="3989886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36" name="Shape 134"/>
          <p:cNvSpPr/>
          <p:nvPr/>
        </p:nvSpPr>
        <p:spPr>
          <a:xfrm>
            <a:off x="5143500" y="4122148"/>
            <a:ext cx="0" cy="80826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319849" y="4202974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38" name="Shape 136"/>
          <p:cNvSpPr/>
          <p:nvPr/>
        </p:nvSpPr>
        <p:spPr>
          <a:xfrm>
            <a:off x="2277836" y="4621802"/>
            <a:ext cx="0" cy="14696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454184" y="4636498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40" name="Shape 138"/>
          <p:cNvSpPr/>
          <p:nvPr/>
        </p:nvSpPr>
        <p:spPr>
          <a:xfrm>
            <a:off x="2681968" y="4768759"/>
            <a:ext cx="0" cy="80826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858316" y="4849586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>
            <a:off x="3086100" y="4915716"/>
            <a:ext cx="0" cy="-396784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262449" y="4518932"/>
            <a:ext cx="227784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  <a:tailEnd type="triangle"/>
          </a:ln>
        </p:spPr>
      </p:sp>
      <p:sp>
        <p:nvSpPr>
          <p:cNvPr id="144" name="Shape 142"/>
          <p:cNvSpPr/>
          <p:nvPr/>
        </p:nvSpPr>
        <p:spPr>
          <a:xfrm>
            <a:off x="6217920" y="530352"/>
            <a:ext cx="2651760" cy="4133088"/>
          </a:xfrm>
          <a:prstGeom prst="roundRect">
            <a:avLst>
              <a:gd name="adj" fmla="val 2759"/>
            </a:avLst>
          </a:prstGeom>
          <a:solidFill>
            <a:srgbClr val="ECEFF1"/>
          </a:solidFill>
          <a:ln w="12700">
            <a:solidFill>
              <a:srgbClr val="607D8B"/>
            </a:solidFill>
            <a:prstDash val="dash"/>
          </a:ln>
        </p:spPr>
      </p:sp>
      <p:sp>
        <p:nvSpPr>
          <p:cNvPr id="145" name="Text 143"/>
          <p:cNvSpPr/>
          <p:nvPr/>
        </p:nvSpPr>
        <p:spPr>
          <a:xfrm>
            <a:off x="6217920" y="53035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AgentCenter</a:t>
            </a:r>
            <a:endParaRPr lang="en-US" sz="1600" dirty="0"/>
          </a:p>
        </p:txBody>
      </p:sp>
      <p:sp>
        <p:nvSpPr>
          <p:cNvPr id="146" name="Shape 144"/>
          <p:cNvSpPr/>
          <p:nvPr/>
        </p:nvSpPr>
        <p:spPr>
          <a:xfrm>
            <a:off x="6537960" y="850392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0070F3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537960" y="8503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信息感知</a:t>
            </a:r>
            <a:endParaRPr lang="en-US" sz="1200" dirty="0"/>
          </a:p>
        </p:txBody>
      </p:sp>
      <p:sp>
        <p:nvSpPr>
          <p:cNvPr id="148" name="Shape 146"/>
          <p:cNvSpPr/>
          <p:nvPr/>
        </p:nvSpPr>
        <p:spPr>
          <a:xfrm>
            <a:off x="7543800" y="1197864"/>
            <a:ext cx="0" cy="201168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149" name="Shape 147"/>
          <p:cNvSpPr/>
          <p:nvPr/>
        </p:nvSpPr>
        <p:spPr>
          <a:xfrm>
            <a:off x="6537960" y="1399032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0070F3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6537960" y="13990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智能分析</a:t>
            </a:r>
            <a:endParaRPr lang="en-US" sz="1200" dirty="0"/>
          </a:p>
        </p:txBody>
      </p:sp>
      <p:sp>
        <p:nvSpPr>
          <p:cNvPr id="151" name="Shape 149"/>
          <p:cNvSpPr/>
          <p:nvPr/>
        </p:nvSpPr>
        <p:spPr>
          <a:xfrm>
            <a:off x="7543800" y="1746504"/>
            <a:ext cx="0" cy="201168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152" name="Shape 150"/>
          <p:cNvSpPr/>
          <p:nvPr/>
        </p:nvSpPr>
        <p:spPr>
          <a:xfrm>
            <a:off x="6537960" y="1947672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0070F3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6537960" y="19476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任务调度</a:t>
            </a:r>
            <a:endParaRPr lang="en-US" sz="1200" dirty="0"/>
          </a:p>
        </p:txBody>
      </p:sp>
      <p:sp>
        <p:nvSpPr>
          <p:cNvPr id="154" name="Shape 152"/>
          <p:cNvSpPr/>
          <p:nvPr/>
        </p:nvSpPr>
        <p:spPr>
          <a:xfrm>
            <a:off x="7543800" y="2295144"/>
            <a:ext cx="0" cy="201168"/>
          </a:xfrm>
          <a:prstGeom prst="line">
            <a:avLst/>
          </a:prstGeom>
          <a:noFill/>
          <a:ln w="1905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155" name="Shape 153"/>
          <p:cNvSpPr/>
          <p:nvPr/>
        </p:nvSpPr>
        <p:spPr>
          <a:xfrm>
            <a:off x="6537960" y="2496312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0070F3"/>
          </a:solidFill>
          <a:ln w="19050">
            <a:solidFill>
              <a:srgbClr val="0A0A0A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537960" y="24963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执行反馈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5915025" y="1160961"/>
            <a:ext cx="45720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  <a:headEnd type="triangle"/>
          </a:ln>
        </p:spPr>
      </p:sp>
      <p:sp>
        <p:nvSpPr>
          <p:cNvPr id="158" name="Text 156"/>
          <p:cNvSpPr/>
          <p:nvPr/>
        </p:nvSpPr>
        <p:spPr>
          <a:xfrm>
            <a:off x="6080760" y="1032945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调度指令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5915025" y="1675311"/>
            <a:ext cx="45720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  <a:headEnd type="triangle"/>
          </a:ln>
        </p:spPr>
      </p:sp>
      <p:sp>
        <p:nvSpPr>
          <p:cNvPr id="160" name="Text 158"/>
          <p:cNvSpPr/>
          <p:nvPr/>
        </p:nvSpPr>
        <p:spPr>
          <a:xfrm>
            <a:off x="6080760" y="1547295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配置变更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5915025" y="2189661"/>
            <a:ext cx="45720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  <a:headEnd type="triangle"/>
          </a:ln>
        </p:spPr>
      </p:sp>
      <p:sp>
        <p:nvSpPr>
          <p:cNvPr id="162" name="Text 160"/>
          <p:cNvSpPr/>
          <p:nvPr/>
        </p:nvSpPr>
        <p:spPr>
          <a:xfrm>
            <a:off x="6080760" y="2061645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任务分配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5915025" y="2997926"/>
            <a:ext cx="45720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164" name="Text 162"/>
          <p:cNvSpPr/>
          <p:nvPr/>
        </p:nvSpPr>
        <p:spPr>
          <a:xfrm>
            <a:off x="6080760" y="286991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状态数据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5915025" y="3512276"/>
            <a:ext cx="45720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166" name="Text 164"/>
          <p:cNvSpPr/>
          <p:nvPr/>
        </p:nvSpPr>
        <p:spPr>
          <a:xfrm>
            <a:off x="6080760" y="33842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告警信息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5915025" y="4026626"/>
            <a:ext cx="45720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  <a:tailEnd type="triangle"/>
          </a:ln>
        </p:spPr>
      </p:sp>
      <p:sp>
        <p:nvSpPr>
          <p:cNvPr id="168" name="Text 166"/>
          <p:cNvSpPr/>
          <p:nvPr/>
        </p:nvSpPr>
        <p:spPr>
          <a:xfrm>
            <a:off x="6080760" y="389861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8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质量指标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70" name="Text 168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2026-04-07T02:12:44Z</dcterms:created>
  <dcterms:modified xsi:type="dcterms:W3CDTF">2026-04-07T02:12:44Z</dcterms:modified>
</cp:coreProperties>
</file>