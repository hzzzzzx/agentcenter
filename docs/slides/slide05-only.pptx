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AgentCenter 信息流泳道图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438912"/>
            <a:ext cx="914400" cy="18288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94360"/>
            <a:ext cx="137160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943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项目跟踪系统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83464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154680" y="1280160"/>
            <a:ext cx="283464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035040" y="1280160"/>
            <a:ext cx="283464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74320" y="1280160"/>
            <a:ext cx="137160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801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代码仓库系统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283464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154680" y="1965960"/>
            <a:ext cx="283464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035040" y="1965960"/>
            <a:ext cx="283464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74320" y="1965960"/>
            <a:ext cx="137160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9659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持续集成系统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283464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154680" y="2651760"/>
            <a:ext cx="283464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035040" y="2651760"/>
            <a:ext cx="283464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74320" y="2651760"/>
            <a:ext cx="137160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517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容器编排系统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337560"/>
            <a:ext cx="283464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154680" y="3337560"/>
            <a:ext cx="283464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035040" y="3337560"/>
            <a:ext cx="283464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74320" y="3337560"/>
            <a:ext cx="137160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337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监控告警系统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20240" y="7315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731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创建任务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08960" y="105156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1051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更新状态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97680" y="7315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731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指派人员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0" y="15544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提交代码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17520" y="1417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发起MR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06240" y="169164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0" y="1691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965960" y="21031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65960" y="2103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触发构建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063240" y="22860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63240" y="2286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执行测试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251960" y="21031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2103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生成报告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74520" y="288036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74520" y="2880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构建镜像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017520" y="27889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2788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部署K8s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60520" y="30175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60520" y="3017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扩缩容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920240" y="34747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20240" y="3474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采集指标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971800" y="36118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71800" y="3611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触发告警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206240" y="34747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6240" y="3474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推送通知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154680" y="914400"/>
            <a:ext cx="-1463040" cy="822960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2148840" y="12161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063240" y="1737360"/>
            <a:ext cx="-182880" cy="-137160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251960" y="1600200"/>
            <a:ext cx="-2423160" cy="685800"/>
          </a:xfrm>
          <a:prstGeom prst="line">
            <a:avLst/>
          </a:prstGeom>
          <a:noFill/>
          <a:ln w="25400">
            <a:solidFill>
              <a:srgbClr val="FF9800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2766060" y="183337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Trigger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200400" y="2286000"/>
            <a:ext cx="-274320" cy="182880"/>
          </a:xfrm>
          <a:prstGeom prst="line">
            <a:avLst/>
          </a:prstGeom>
          <a:noFill/>
          <a:ln w="25400">
            <a:solidFill>
              <a:srgbClr val="FF9800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5486400" y="2286000"/>
            <a:ext cx="-3749040" cy="77724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3337560" y="256489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251960" y="2971800"/>
            <a:ext cx="-2468880" cy="685800"/>
          </a:xfrm>
          <a:prstGeom prst="line">
            <a:avLst/>
          </a:prstGeom>
          <a:noFill/>
          <a:ln w="25400">
            <a:solidFill>
              <a:srgbClr val="9C27B0"/>
            </a:solidFill>
            <a:prstDash val="solid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2743200" y="320497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206240" y="3794760"/>
            <a:ext cx="-137160" cy="-137160"/>
          </a:xfrm>
          <a:prstGeom prst="line">
            <a:avLst/>
          </a:prstGeom>
          <a:noFill/>
          <a:ln w="25400">
            <a:solidFill>
              <a:srgbClr val="F44336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5669280" y="594360"/>
            <a:ext cx="3108960" cy="3429000"/>
          </a:xfrm>
          <a:prstGeom prst="roundRect">
            <a:avLst>
              <a:gd name="adj" fmla="val 2941"/>
            </a:avLst>
          </a:prstGeom>
          <a:solidFill>
            <a:srgbClr val="ECEFF1"/>
          </a:solidFill>
          <a:ln w="12700">
            <a:solidFill>
              <a:srgbClr val="607D8B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5669280" y="594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AgentCenter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35040" y="105156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0070F3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35040" y="1051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意图解析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035040" y="173736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0070F3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3504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任务编排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035040" y="242316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0070F3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3504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多Agent协作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035040" y="310896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0070F3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3504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结果汇总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223760" y="1508760"/>
            <a:ext cx="0" cy="22860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7223760" y="2194560"/>
            <a:ext cx="0" cy="22860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7223760" y="2880360"/>
            <a:ext cx="0" cy="22860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5669280" y="1828800"/>
            <a:ext cx="-274320" cy="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5120640" y="1737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8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5394960" y="2743200"/>
            <a:ext cx="274320" cy="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83" name="Text 81"/>
          <p:cNvSpPr/>
          <p:nvPr/>
        </p:nvSpPr>
        <p:spPr>
          <a:xfrm>
            <a:off x="4937760" y="2651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8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7200" y="4389120"/>
            <a:ext cx="365760" cy="0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  <a:tailEnd type="triangle"/>
          </a:ln>
        </p:spPr>
      </p:sp>
      <p:sp>
        <p:nvSpPr>
          <p:cNvPr id="86" name="Text 84"/>
          <p:cNvSpPr/>
          <p:nvPr/>
        </p:nvSpPr>
        <p:spPr>
          <a:xfrm>
            <a:off x="914400" y="4297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Write 写入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194560" y="4389120"/>
            <a:ext cx="365760" cy="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  <a:tailEnd type="triangle"/>
          </a:ln>
        </p:spPr>
      </p:sp>
      <p:sp>
        <p:nvSpPr>
          <p:cNvPr id="88" name="Text 86"/>
          <p:cNvSpPr/>
          <p:nvPr/>
        </p:nvSpPr>
        <p:spPr>
          <a:xfrm>
            <a:off x="2651760" y="4297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 读取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931920" y="4389120"/>
            <a:ext cx="365760" cy="0"/>
          </a:xfrm>
          <a:prstGeom prst="line">
            <a:avLst/>
          </a:prstGeom>
          <a:noFill/>
          <a:ln w="25400">
            <a:solidFill>
              <a:srgbClr val="FF9800"/>
            </a:solidFill>
            <a:prstDash val="solid"/>
            <a:tailEnd type="triangle"/>
          </a:ln>
        </p:spPr>
      </p:sp>
      <p:sp>
        <p:nvSpPr>
          <p:cNvPr id="90" name="Text 88"/>
          <p:cNvSpPr/>
          <p:nvPr/>
        </p:nvSpPr>
        <p:spPr>
          <a:xfrm>
            <a:off x="4389120" y="4297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Execute 执行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5669280" y="4389120"/>
            <a:ext cx="365760" cy="0"/>
          </a:xfrm>
          <a:prstGeom prst="line">
            <a:avLst/>
          </a:prstGeom>
          <a:noFill/>
          <a:ln w="25400">
            <a:solidFill>
              <a:srgbClr val="FF9800"/>
            </a:solidFill>
            <a:prstDash val="solid"/>
            <a:tailEnd type="triangle"/>
          </a:ln>
        </p:spPr>
      </p:sp>
      <p:sp>
        <p:nvSpPr>
          <p:cNvPr id="92" name="Text 90"/>
          <p:cNvSpPr/>
          <p:nvPr/>
        </p:nvSpPr>
        <p:spPr>
          <a:xfrm>
            <a:off x="6126480" y="4297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Trigger 触发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406640" y="4389120"/>
            <a:ext cx="365760" cy="0"/>
          </a:xfrm>
          <a:prstGeom prst="line">
            <a:avLst/>
          </a:prstGeom>
          <a:noFill/>
          <a:ln w="25400">
            <a:solidFill>
              <a:srgbClr val="F44336"/>
            </a:solidFill>
            <a:prstDash val="solid"/>
            <a:tailEnd type="triangle"/>
          </a:ln>
        </p:spPr>
      </p:sp>
      <p:sp>
        <p:nvSpPr>
          <p:cNvPr id="94" name="Text 92"/>
          <p:cNvSpPr/>
          <p:nvPr/>
        </p:nvSpPr>
        <p:spPr>
          <a:xfrm>
            <a:off x="7863840" y="4297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Notify 通知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96" name="Text 9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2026-04-06T13:43:40Z</dcterms:created>
  <dcterms:modified xsi:type="dcterms:W3CDTF">2026-04-06T13:43:40Z</dcterms:modified>
</cp:coreProperties>
</file>