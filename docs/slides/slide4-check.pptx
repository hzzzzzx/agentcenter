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应用架构用例图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48640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731520"/>
            <a:ext cx="237744" cy="274320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01368" y="548640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1764792" y="731520"/>
            <a:ext cx="237744" cy="274320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0241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35808" y="548640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2999232" y="731520"/>
            <a:ext cx="237744" cy="274320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0241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70248" y="548640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233672" y="731520"/>
            <a:ext cx="237744" cy="274320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0241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548640"/>
            <a:ext cx="164592" cy="16459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68112" y="731520"/>
            <a:ext cx="237744" cy="274320"/>
          </a:xfrm>
          <a:prstGeom prst="roundRect">
            <a:avLst>
              <a:gd name="adj" fmla="val 23077"/>
            </a:avLst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02412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280160"/>
            <a:ext cx="8503920" cy="38862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17043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AgentCenter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55448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600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用户交互层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1901952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901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对话界面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08760" y="1901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自然语言交互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286000" y="1901952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1901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气泡通知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0" y="1901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主动冒泡推送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94360" y="2194560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194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管理控制台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08760" y="2194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状态总览管理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0" y="2194560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194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0" y="2194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9768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BBDEFB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1600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🚪 接入层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89120" y="1901952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190195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API路由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83480" y="190195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REST/WebSocket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532120" y="1901952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190195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190195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多格式支持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389120" y="219456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21945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流式对话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83480" y="219456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SSE实时推送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5532120" y="219456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9552" y="21945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0" y="219456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可用性监控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02920" y="2697480"/>
            <a:ext cx="617220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27432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核心引擎层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4360" y="3035808"/>
            <a:ext cx="11155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306324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连接池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4360" y="329184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Agent复用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801368" y="3035808"/>
            <a:ext cx="11155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01368" y="306324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编排器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801368" y="329184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工作流调度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008376" y="3035808"/>
            <a:ext cx="11155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08376" y="306324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文件安全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008376" y="329184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内容审计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215384" y="3035808"/>
            <a:ext cx="11155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15384" y="306324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对话压缩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15384" y="329184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上下文优化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422392" y="3035808"/>
            <a:ext cx="11155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22392" y="306324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子Agent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22392" y="329184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02920" y="3749040"/>
            <a:ext cx="2971800" cy="1005840"/>
          </a:xfrm>
          <a:prstGeom prst="roundRect">
            <a:avLst>
              <a:gd name="adj" fmla="val 9091"/>
            </a:avLst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3794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工具能力层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94360" y="40965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325880" y="4096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工具通信标准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2011680" y="40965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39112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Skill库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743200" y="4096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可复用技能集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594360" y="438912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325880" y="4389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函数调用接口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011680" y="438912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39112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0" y="4389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扩展机制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3611880" y="3749040"/>
            <a:ext cx="306324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03320" y="3794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数据访问层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409651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30752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434840" y="409651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166360" y="409651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对话存储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897880" y="409651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3703320" y="43891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30752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配置存储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434840" y="4389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166360" y="43891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93792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897880" y="4389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操作追溯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6812280" y="1554480"/>
            <a:ext cx="1874520" cy="3429000"/>
          </a:xfrm>
          <a:prstGeom prst="roundRect">
            <a:avLst>
              <a:gd name="adj" fmla="val 4878"/>
            </a:avLst>
          </a:prstGeom>
          <a:solidFill>
            <a:srgbClr val="ECEFF1"/>
          </a:solidFill>
          <a:ln w="19050">
            <a:solidFill>
              <a:srgbClr val="607D8B"/>
            </a:solidFill>
            <a:prstDash val="dash"/>
          </a:ln>
        </p:spPr>
      </p:sp>
      <p:sp>
        <p:nvSpPr>
          <p:cNvPr id="96" name="Text 94"/>
          <p:cNvSpPr/>
          <p:nvPr/>
        </p:nvSpPr>
        <p:spPr>
          <a:xfrm>
            <a:off x="6858000" y="1600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系统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903720" y="1920240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03720" y="194767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项目跟踪系统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903720" y="213969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需求/任务/缺陷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903720" y="2395728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03720" y="242316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代码仓库系统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903720" y="261518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Git仓库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6903720" y="2871216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03720" y="28986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持续集成系统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903720" y="3090672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构建/测试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903720" y="3346704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03720" y="337413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容器编排系统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6903720" y="356616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K8s/部署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6903720" y="3822192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03720" y="384962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监控告警系统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903720" y="40416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指标/日志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03720" y="4297680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03720" y="432511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通知协作系统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903720" y="451713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消息/邮件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502920" y="466344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0292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安全合规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011680" y="466344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1168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记忆能力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200400" y="4709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004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用户记忆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3977640" y="4709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7764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项目记忆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4754880" y="4709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75488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系统记忆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5532120" y="4709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53212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时间线记忆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126480" y="47091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583680" y="47274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/>
        </p:spPr>
      </p:sp>
      <p:sp>
        <p:nvSpPr>
          <p:cNvPr id="129" name="Text 127"/>
          <p:cNvSpPr/>
          <p:nvPr/>
        </p:nvSpPr>
        <p:spPr>
          <a:xfrm>
            <a:off x="6784848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7360920" y="47274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9800"/>
          </a:solidFill>
          <a:ln/>
        </p:spPr>
      </p:sp>
      <p:sp>
        <p:nvSpPr>
          <p:cNvPr id="131" name="Text 129"/>
          <p:cNvSpPr/>
          <p:nvPr/>
        </p:nvSpPr>
        <p:spPr>
          <a:xfrm>
            <a:off x="7562088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8138160" y="47274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C27B0"/>
          </a:solidFill>
          <a:ln/>
        </p:spPr>
      </p:sp>
      <p:sp>
        <p:nvSpPr>
          <p:cNvPr id="133" name="Text 131"/>
          <p:cNvSpPr/>
          <p:nvPr/>
        </p:nvSpPr>
        <p:spPr>
          <a:xfrm>
            <a:off x="8339328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915400" y="47274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35" name="Text 133"/>
          <p:cNvSpPr/>
          <p:nvPr/>
        </p:nvSpPr>
        <p:spPr>
          <a:xfrm>
            <a:off x="9116568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7" name="Text 13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2026-04-06T12:35:45Z</dcterms:created>
  <dcterms:modified xsi:type="dcterms:W3CDTF">2026-04-06T12:35:45Z</dcterms:modified>
</cp:coreProperties>
</file>