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371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AgentCenter 应用架构用例图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28600" y="438912"/>
            <a:ext cx="914400" cy="18288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30352"/>
            <a:ext cx="164592" cy="164592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713232"/>
            <a:ext cx="237744" cy="256032"/>
          </a:xfrm>
          <a:prstGeom prst="roundRect">
            <a:avLst>
              <a:gd name="adj" fmla="val 23077"/>
            </a:avLst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875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20240" y="530352"/>
            <a:ext cx="164592" cy="164592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8" name="Shape 6"/>
          <p:cNvSpPr/>
          <p:nvPr/>
        </p:nvSpPr>
        <p:spPr>
          <a:xfrm>
            <a:off x="1883664" y="713232"/>
            <a:ext cx="237744" cy="256032"/>
          </a:xfrm>
          <a:prstGeom prst="roundRect">
            <a:avLst>
              <a:gd name="adj" fmla="val 23077"/>
            </a:avLst>
          </a:prstGeom>
          <a:solidFill>
            <a:srgbClr val="2196F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9875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530352"/>
            <a:ext cx="164592" cy="164592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1" name="Shape 9"/>
          <p:cNvSpPr/>
          <p:nvPr/>
        </p:nvSpPr>
        <p:spPr>
          <a:xfrm>
            <a:off x="3163824" y="713232"/>
            <a:ext cx="237744" cy="256032"/>
          </a:xfrm>
          <a:prstGeom prst="roundRect">
            <a:avLst>
              <a:gd name="adj" fmla="val 23077"/>
            </a:avLst>
          </a:prstGeom>
          <a:solidFill>
            <a:srgbClr val="2196F3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9875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80560" y="530352"/>
            <a:ext cx="164592" cy="164592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4" name="Shape 12"/>
          <p:cNvSpPr/>
          <p:nvPr/>
        </p:nvSpPr>
        <p:spPr>
          <a:xfrm>
            <a:off x="4443984" y="713232"/>
            <a:ext cx="237744" cy="256032"/>
          </a:xfrm>
          <a:prstGeom prst="roundRect">
            <a:avLst>
              <a:gd name="adj" fmla="val 23077"/>
            </a:avLst>
          </a:prstGeom>
          <a:solidFill>
            <a:srgbClr val="2196F3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9875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60720" y="530352"/>
            <a:ext cx="164592" cy="164592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7" name="Shape 15"/>
          <p:cNvSpPr/>
          <p:nvPr/>
        </p:nvSpPr>
        <p:spPr>
          <a:xfrm>
            <a:off x="5724144" y="713232"/>
            <a:ext cx="237744" cy="256032"/>
          </a:xfrm>
          <a:prstGeom prst="roundRect">
            <a:avLst>
              <a:gd name="adj" fmla="val 23077"/>
            </a:avLst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9875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1280160"/>
            <a:ext cx="6400800" cy="352044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31750">
            <a:solidFill>
              <a:srgbClr val="0A0A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1170432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0A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11704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AgentCenter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155448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E3F2FD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1600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用户交互层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1856232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18562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对话界面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234440" y="1856232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1874520" y="1856232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01952" y="18562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气泡通知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514600" y="1856232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主动推送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594360" y="2075688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20756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管理控制台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234440" y="2075688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状态总览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1874520" y="2075688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01952" y="20756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仪表盘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514600" y="2075688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数据可视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3383280" y="1554480"/>
            <a:ext cx="3200400" cy="777240"/>
          </a:xfrm>
          <a:prstGeom prst="roundRect">
            <a:avLst>
              <a:gd name="adj" fmla="val 11765"/>
            </a:avLst>
          </a:prstGeom>
          <a:solidFill>
            <a:srgbClr val="BBDEFB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16002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🚪 接入层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74720" y="1856232"/>
            <a:ext cx="14173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02152" y="185623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API路由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206240" y="18562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4983480" y="1856232"/>
            <a:ext cx="14173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10912" y="185623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文件上传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715000" y="18562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多格式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3474720" y="2075688"/>
            <a:ext cx="14173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02152" y="2075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流式对话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206240" y="207568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4983480" y="2075688"/>
            <a:ext cx="14173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10912" y="2075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健康检查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715000" y="207568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502920" y="2468880"/>
            <a:ext cx="6080760" cy="777240"/>
          </a:xfrm>
          <a:prstGeom prst="roundRect">
            <a:avLst>
              <a:gd name="adj" fmla="val 11765"/>
            </a:avLst>
          </a:prstGeom>
          <a:solidFill>
            <a:srgbClr val="FFF3E0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" y="251460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核心引擎层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94360" y="2770632"/>
            <a:ext cx="1078992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" y="278892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连接池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94360" y="2971800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1764792" y="2770632"/>
            <a:ext cx="1078992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64792" y="278892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编排器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764792" y="2971800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2935224" y="2770632"/>
            <a:ext cx="1078992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35224" y="278892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文件安全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935224" y="2971800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4105656" y="2770632"/>
            <a:ext cx="1078992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05656" y="278892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对话压缩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105656" y="2971800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5276088" y="2770632"/>
            <a:ext cx="1078992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76088" y="278892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子Agent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276088" y="2971800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502920" y="3383280"/>
            <a:ext cx="2880360" cy="777240"/>
          </a:xfrm>
          <a:prstGeom prst="roundRect">
            <a:avLst>
              <a:gd name="adj" fmla="val 11765"/>
            </a:avLst>
          </a:prstGeom>
          <a:solidFill>
            <a:srgbClr val="F3E5F5"/>
          </a:solidFill>
          <a:ln w="19050">
            <a:solidFill>
              <a:srgbClr val="9C27B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4360" y="342900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2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工具能力层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94360" y="3685032"/>
            <a:ext cx="12801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9C27B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1792" y="368503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C2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MCP协议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1280160" y="3685032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1965960" y="3685032"/>
            <a:ext cx="12801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9C27B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993392" y="368503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C2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Skill库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2651760" y="3685032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</a:t>
            </a:r>
            <a:endParaRPr lang="en-US" sz="600" dirty="0"/>
          </a:p>
        </p:txBody>
      </p:sp>
      <p:sp>
        <p:nvSpPr>
          <p:cNvPr id="75" name="Shape 73"/>
          <p:cNvSpPr/>
          <p:nvPr/>
        </p:nvSpPr>
        <p:spPr>
          <a:xfrm>
            <a:off x="594360" y="3904488"/>
            <a:ext cx="12801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9C27B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1792" y="390448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C2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Function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1280160" y="3904488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1965960" y="3904488"/>
            <a:ext cx="12801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9C27B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993392" y="390448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C2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2651760" y="3904488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</a:t>
            </a:r>
            <a:endParaRPr lang="en-US" sz="600" dirty="0"/>
          </a:p>
        </p:txBody>
      </p:sp>
      <p:sp>
        <p:nvSpPr>
          <p:cNvPr id="81" name="Shape 79"/>
          <p:cNvSpPr/>
          <p:nvPr/>
        </p:nvSpPr>
        <p:spPr>
          <a:xfrm>
            <a:off x="3520440" y="3383280"/>
            <a:ext cx="3063240" cy="777240"/>
          </a:xfrm>
          <a:prstGeom prst="roundRect">
            <a:avLst>
              <a:gd name="adj" fmla="val 11765"/>
            </a:avLst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611880" y="342900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数据访问层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611880" y="3685032"/>
            <a:ext cx="137160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639312" y="368503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4343400" y="3685032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向量检索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5074920" y="3685032"/>
            <a:ext cx="137160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102352" y="368503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对话存储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5806440" y="3685032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</a:t>
            </a:r>
            <a:endParaRPr lang="en-US" sz="600" dirty="0"/>
          </a:p>
        </p:txBody>
      </p:sp>
      <p:sp>
        <p:nvSpPr>
          <p:cNvPr id="89" name="Shape 87"/>
          <p:cNvSpPr/>
          <p:nvPr/>
        </p:nvSpPr>
        <p:spPr>
          <a:xfrm>
            <a:off x="3611880" y="3904488"/>
            <a:ext cx="137160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639312" y="39044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配置存储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4343400" y="3904488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5074920" y="3904488"/>
            <a:ext cx="137160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102352" y="39044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审计日志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5806440" y="3904488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</a:t>
            </a:r>
            <a:endParaRPr lang="en-US" sz="600" dirty="0"/>
          </a:p>
        </p:txBody>
      </p:sp>
      <p:sp>
        <p:nvSpPr>
          <p:cNvPr id="95" name="Shape 93"/>
          <p:cNvSpPr/>
          <p:nvPr/>
        </p:nvSpPr>
        <p:spPr>
          <a:xfrm>
            <a:off x="502920" y="429768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FFFDE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02920" y="4297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 安全合规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1920240" y="4297680"/>
            <a:ext cx="4663440" cy="365760"/>
          </a:xfrm>
          <a:prstGeom prst="roundRect">
            <a:avLst>
              <a:gd name="adj" fmla="val 20000"/>
            </a:avLst>
          </a:prstGeom>
          <a:solidFill>
            <a:srgbClr val="00BCD4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65960" y="4297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记忆能力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3063240" y="434340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063240" y="43434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60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3749040" y="434340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749040" y="43434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60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4434840" y="434340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434840" y="43434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60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5120640" y="434340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120640" y="43434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60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时间线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6858000" y="1280160"/>
            <a:ext cx="1920240" cy="3520440"/>
          </a:xfrm>
          <a:prstGeom prst="roundRect">
            <a:avLst>
              <a:gd name="adj" fmla="val 4762"/>
            </a:avLst>
          </a:prstGeom>
          <a:solidFill>
            <a:srgbClr val="ECEFF1"/>
          </a:solidFill>
          <a:ln w="19050">
            <a:solidFill>
              <a:srgbClr val="607D8B"/>
            </a:solidFill>
            <a:prstDash val="dash"/>
          </a:ln>
        </p:spPr>
      </p:sp>
      <p:sp>
        <p:nvSpPr>
          <p:cNvPr id="108" name="Text 106"/>
          <p:cNvSpPr/>
          <p:nvPr/>
        </p:nvSpPr>
        <p:spPr>
          <a:xfrm>
            <a:off x="6903720" y="13716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DevOps 系统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6949440" y="169164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949440" y="172821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项目跟踪系统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6949440" y="192938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需求/任务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6949440" y="219456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949440" y="223113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代码仓库系统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6949440" y="243230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Git仓库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6949440" y="269748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949440" y="273405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持续集成系统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6949440" y="293522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构建/测试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6949440" y="320040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949440" y="323697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容器编排系统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6949440" y="343814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K8s/部署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6949440" y="370332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949440" y="373989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监控告警系统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6949440" y="394106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指标/日志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6949440" y="420624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949440" y="424281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通知协作系统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6949440" y="444398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消息/邮件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502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图例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1005840" y="491032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976D2"/>
          </a:solidFill>
          <a:ln/>
        </p:spPr>
      </p:sp>
      <p:sp>
        <p:nvSpPr>
          <p:cNvPr id="129" name="Text 127"/>
          <p:cNvSpPr/>
          <p:nvPr/>
        </p:nvSpPr>
        <p:spPr>
          <a:xfrm>
            <a:off x="1207008" y="489204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1783080" y="491032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9800"/>
          </a:solidFill>
          <a:ln/>
        </p:spPr>
      </p:sp>
      <p:sp>
        <p:nvSpPr>
          <p:cNvPr id="131" name="Text 129"/>
          <p:cNvSpPr/>
          <p:nvPr/>
        </p:nvSpPr>
        <p:spPr>
          <a:xfrm>
            <a:off x="1984248" y="489204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2560320" y="491032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9C27B0"/>
          </a:solidFill>
          <a:ln/>
        </p:spPr>
      </p:sp>
      <p:sp>
        <p:nvSpPr>
          <p:cNvPr id="133" name="Text 131"/>
          <p:cNvSpPr/>
          <p:nvPr/>
        </p:nvSpPr>
        <p:spPr>
          <a:xfrm>
            <a:off x="2761488" y="489204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3337560" y="491032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4CAF50"/>
          </a:solidFill>
          <a:ln/>
        </p:spPr>
      </p:sp>
      <p:sp>
        <p:nvSpPr>
          <p:cNvPr id="135" name="Text 133"/>
          <p:cNvSpPr/>
          <p:nvPr/>
        </p:nvSpPr>
        <p:spPr>
          <a:xfrm>
            <a:off x="3538728" y="489204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8503920" y="4846320"/>
            <a:ext cx="320040" cy="32004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37" name="Text 135"/>
          <p:cNvSpPr/>
          <p:nvPr/>
        </p:nvSpPr>
        <p:spPr>
          <a:xfrm>
            <a:off x="8503920" y="4846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2026-04-06T13:05:30Z</dcterms:created>
  <dcterms:modified xsi:type="dcterms:W3CDTF">2026-04-06T13:05:30Z</dcterms:modified>
</cp:coreProperties>
</file>