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371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AgentCenter 应用架构用例图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438912"/>
            <a:ext cx="914400" cy="18288"/>
          </a:xfrm>
          <a:prstGeom prst="rect">
            <a:avLst/>
          </a:prstGeom>
          <a:solidFill>
            <a:srgbClr val="0070F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2024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8" name="Shape 6"/>
          <p:cNvSpPr/>
          <p:nvPr/>
        </p:nvSpPr>
        <p:spPr>
          <a:xfrm>
            <a:off x="188366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1" name="Shape 9"/>
          <p:cNvSpPr/>
          <p:nvPr/>
        </p:nvSpPr>
        <p:spPr>
          <a:xfrm>
            <a:off x="316382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530352"/>
            <a:ext cx="164592" cy="164592"/>
          </a:xfrm>
          <a:prstGeom prst="ellipse">
            <a:avLst/>
          </a:prstGeom>
          <a:solidFill>
            <a:srgbClr val="2196F3"/>
          </a:solidFill>
          <a:ln/>
        </p:spPr>
      </p:sp>
      <p:sp>
        <p:nvSpPr>
          <p:cNvPr id="14" name="Shape 12"/>
          <p:cNvSpPr/>
          <p:nvPr/>
        </p:nvSpPr>
        <p:spPr>
          <a:xfrm>
            <a:off x="444398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60720" y="530352"/>
            <a:ext cx="164592" cy="164592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24144" y="713232"/>
            <a:ext cx="237744" cy="256032"/>
          </a:xfrm>
          <a:prstGeom prst="roundRect">
            <a:avLst>
              <a:gd name="adj" fmla="val 23077"/>
            </a:avLst>
          </a:prstGeom>
          <a:solidFill>
            <a:srgbClr val="4CA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9875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1280160"/>
            <a:ext cx="6400800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31750">
            <a:solidFill>
              <a:srgbClr val="0A0A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1170432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AgentCenter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155448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3F2FD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16002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用户交互层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对话界面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23444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1874520" y="1856232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01952" y="1856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气泡通知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514600" y="1856232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主动推送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59436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管理控制台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23444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状态总览</a:t>
            </a:r>
            <a:endParaRPr lang="en-US" sz="600" dirty="0"/>
          </a:p>
        </p:txBody>
      </p:sp>
      <p:sp>
        <p:nvSpPr>
          <p:cNvPr id="33" name="Shape 31"/>
          <p:cNvSpPr/>
          <p:nvPr/>
        </p:nvSpPr>
        <p:spPr>
          <a:xfrm>
            <a:off x="1874520" y="2075688"/>
            <a:ext cx="11887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01952" y="20756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仪表盘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514600" y="2075688"/>
            <a:ext cx="530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3383280" y="1554480"/>
            <a:ext cx="3200400" cy="777240"/>
          </a:xfrm>
          <a:prstGeom prst="roundRect">
            <a:avLst>
              <a:gd name="adj" fmla="val 11765"/>
            </a:avLst>
          </a:prstGeom>
          <a:solidFill>
            <a:srgbClr val="BBDEFB"/>
          </a:solidFill>
          <a:ln w="19050">
            <a:solidFill>
              <a:srgbClr val="1976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16002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🚪 接入层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47472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API路由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20624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4983480" y="1856232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18562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715000" y="185623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47472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流式对话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20624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4983480" y="2075688"/>
            <a:ext cx="141732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1976D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10912" y="2075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976D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715000" y="2075688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502920" y="2468880"/>
            <a:ext cx="6080760" cy="777240"/>
          </a:xfrm>
          <a:prstGeom prst="roundRect">
            <a:avLst>
              <a:gd name="adj" fmla="val 11765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4360" y="251460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核心引擎层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94360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连接池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4360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764792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64792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编排器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764792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2935224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35224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文件安全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935224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4105656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05656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对话压缩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05656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5276088" y="2770632"/>
            <a:ext cx="1078992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6350">
            <a:solidFill>
              <a:srgbClr val="FF980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088" y="2788920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98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子Agent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276088" y="2971800"/>
            <a:ext cx="10789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502920" y="33832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3E5F5"/>
          </a:solidFill>
          <a:ln w="19050">
            <a:solidFill>
              <a:srgbClr val="9C27B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342900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🔧 工具能力层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94360" y="368503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21792" y="36850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1280160" y="36850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1965960" y="368503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368503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Skill库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2651760" y="368503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</a:t>
            </a:r>
            <a:endParaRPr lang="en-US" sz="600" dirty="0"/>
          </a:p>
        </p:txBody>
      </p:sp>
      <p:sp>
        <p:nvSpPr>
          <p:cNvPr id="75" name="Shape 73"/>
          <p:cNvSpPr/>
          <p:nvPr/>
        </p:nvSpPr>
        <p:spPr>
          <a:xfrm>
            <a:off x="594360" y="390448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21792" y="3904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280160" y="390448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1965960" y="3904488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9C27B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993392" y="3904488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9C27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插件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2651760" y="3904488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600" dirty="0"/>
          </a:p>
        </p:txBody>
      </p:sp>
      <p:sp>
        <p:nvSpPr>
          <p:cNvPr id="81" name="Shape 79"/>
          <p:cNvSpPr/>
          <p:nvPr/>
        </p:nvSpPr>
        <p:spPr>
          <a:xfrm>
            <a:off x="3520440" y="3383280"/>
            <a:ext cx="3063240" cy="777240"/>
          </a:xfrm>
          <a:prstGeom prst="roundRect">
            <a:avLst>
              <a:gd name="adj" fmla="val 11765"/>
            </a:avLst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611880" y="342900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数据访问层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361188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63931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434340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向量检索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5074920" y="3685032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102352" y="3685032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对话存储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5806440" y="3685032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361188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63931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配置存储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34340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5074920" y="3904488"/>
            <a:ext cx="137160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6350">
            <a:solidFill>
              <a:srgbClr val="4CAF5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02352" y="39044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审计日志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5806440" y="3904488"/>
            <a:ext cx="612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追溯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502920" y="4297680"/>
            <a:ext cx="1280160" cy="365760"/>
          </a:xfrm>
          <a:prstGeom prst="roundRect">
            <a:avLst>
              <a:gd name="adj" fmla="val 20000"/>
            </a:avLst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02920" y="4297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7C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安全合规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920240" y="429768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00BCD4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65960" y="429768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记忆能力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0632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0632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37490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7490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44348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4348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5120640" y="434340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20640" y="43434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60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858000" y="1280160"/>
            <a:ext cx="1920240" cy="3520440"/>
          </a:xfrm>
          <a:prstGeom prst="roundRect">
            <a:avLst>
              <a:gd name="adj" fmla="val 4762"/>
            </a:avLst>
          </a:prstGeom>
          <a:solidFill>
            <a:srgbClr val="ECEFF1"/>
          </a:solidFill>
          <a:ln w="19050">
            <a:solidFill>
              <a:srgbClr val="607D8B"/>
            </a:solidFill>
            <a:prstDash val="dash"/>
          </a:ln>
        </p:spPr>
      </p:sp>
      <p:sp>
        <p:nvSpPr>
          <p:cNvPr id="108" name="Text 106"/>
          <p:cNvSpPr/>
          <p:nvPr/>
        </p:nvSpPr>
        <p:spPr>
          <a:xfrm>
            <a:off x="6903720" y="13716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系统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949440" y="16916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949440" y="17282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项目跟踪系统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949440" y="19293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需求/任务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949440" y="219456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949440" y="22311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代码仓库系统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6949440" y="243230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Git仓库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6949440" y="269748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949440" y="273405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持续集成系统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6949440" y="293522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构建/测试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6949440" y="320040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949440" y="323697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容器编排系统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949440" y="343814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K8s/部署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6949440" y="370332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949440" y="373989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监控告警系统</a:t>
            </a:r>
            <a:endParaRPr lang="en-US" sz="800" dirty="0"/>
          </a:p>
        </p:txBody>
      </p:sp>
      <p:sp>
        <p:nvSpPr>
          <p:cNvPr id="123" name="Text 121"/>
          <p:cNvSpPr/>
          <p:nvPr/>
        </p:nvSpPr>
        <p:spPr>
          <a:xfrm>
            <a:off x="6949440" y="39410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指标/日志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6949440" y="4206240"/>
            <a:ext cx="173736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949440" y="424281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通知协作系统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6949440" y="444398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消息/邮件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502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图例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100584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1976D2"/>
          </a:solidFill>
          <a:ln/>
        </p:spPr>
      </p:sp>
      <p:sp>
        <p:nvSpPr>
          <p:cNvPr id="129" name="Text 127"/>
          <p:cNvSpPr/>
          <p:nvPr/>
        </p:nvSpPr>
        <p:spPr>
          <a:xfrm>
            <a:off x="120700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78308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FF9800"/>
          </a:solidFill>
          <a:ln/>
        </p:spPr>
      </p:sp>
      <p:sp>
        <p:nvSpPr>
          <p:cNvPr id="131" name="Text 129"/>
          <p:cNvSpPr/>
          <p:nvPr/>
        </p:nvSpPr>
        <p:spPr>
          <a:xfrm>
            <a:off x="198424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</a:t>
            </a:r>
            <a:endParaRPr lang="en-US" sz="700" dirty="0"/>
          </a:p>
        </p:txBody>
      </p:sp>
      <p:sp>
        <p:nvSpPr>
          <p:cNvPr id="132" name="Shape 130"/>
          <p:cNvSpPr/>
          <p:nvPr/>
        </p:nvSpPr>
        <p:spPr>
          <a:xfrm>
            <a:off x="256032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9C27B0"/>
          </a:solidFill>
          <a:ln/>
        </p:spPr>
      </p:sp>
      <p:sp>
        <p:nvSpPr>
          <p:cNvPr id="133" name="Text 131"/>
          <p:cNvSpPr/>
          <p:nvPr/>
        </p:nvSpPr>
        <p:spPr>
          <a:xfrm>
            <a:off x="276148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3337560" y="4910328"/>
            <a:ext cx="164592" cy="164592"/>
          </a:xfrm>
          <a:prstGeom prst="round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35" name="Text 133"/>
          <p:cNvSpPr/>
          <p:nvPr/>
        </p:nvSpPr>
        <p:spPr>
          <a:xfrm>
            <a:off x="3538728" y="489204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700" dirty="0"/>
          </a:p>
        </p:txBody>
      </p:sp>
      <p:sp>
        <p:nvSpPr>
          <p:cNvPr id="136" name="Shape 134"/>
          <p:cNvSpPr/>
          <p:nvPr/>
        </p:nvSpPr>
        <p:spPr>
          <a:xfrm>
            <a:off x="8503920" y="4846320"/>
            <a:ext cx="320040" cy="320040"/>
          </a:xfrm>
          <a:prstGeom prst="ellipse">
            <a:avLst/>
          </a:prstGeom>
          <a:solidFill>
            <a:srgbClr val="0070F3"/>
          </a:solidFill>
          <a:ln/>
        </p:spPr>
      </p:sp>
      <p:sp>
        <p:nvSpPr>
          <p:cNvPr id="137" name="Text 135"/>
          <p:cNvSpPr/>
          <p:nvPr/>
        </p:nvSpPr>
        <p:spPr>
          <a:xfrm>
            <a:off x="8503920" y="4846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38" name="Shape 136"/>
          <p:cNvSpPr/>
          <p:nvPr/>
        </p:nvSpPr>
        <p:spPr>
          <a:xfrm>
            <a:off x="713232" y="1280160"/>
            <a:ext cx="-210312" cy="27432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>
            <a:off x="1993392" y="1280160"/>
            <a:ext cx="-118872" cy="27432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>
            <a:off x="3273552" y="1280160"/>
            <a:ext cx="109728" cy="27432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41" name="Shape 139"/>
          <p:cNvSpPr/>
          <p:nvPr/>
        </p:nvSpPr>
        <p:spPr>
          <a:xfrm>
            <a:off x="4553712" y="1280160"/>
            <a:ext cx="-73152" cy="118872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5833872" y="1280160"/>
            <a:ext cx="-73152" cy="1188720"/>
          </a:xfrm>
          <a:prstGeom prst="line">
            <a:avLst/>
          </a:prstGeom>
          <a:noFill/>
          <a:ln w="25400">
            <a:solidFill>
              <a:srgbClr val="37474F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2026-04-06T13:16:28Z</dcterms:created>
  <dcterms:modified xsi:type="dcterms:W3CDTF">2026-04-06T13:16:28Z</dcterms:modified>
</cp:coreProperties>
</file>