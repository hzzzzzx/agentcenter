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notesSlides/notesSlide1.xml" Type="http://schemas.openxmlformats.org/officeDocument/2006/relationships/notesSlide"/><Relationship Id="rId12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接下来，我们探讨一下Azure DevOps的核心优势以及它在AI Agent时代的发展方向。首先，Azure DevOps的核心优势在于它提供了一个真正的一体化平台，覆盖了软件交付的全生命周期，这极大地提升了团队效率。同时，它具备企业级的安全性和合规性，能够满足大型组织的严格要求。其高度的可扩展性和与微软生态的深度集成，也让它成为了许多企业的首选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展望未来，在AI Agent时代，Azure DevOps正朝着更智能、更自主的方向发展。通过与GitHub Copilot的深度融合，AI将成为开发者的得力助手，自动化大量重复性工作。智能的CI/CD流水线和自主运维Agent将进一步提升软件交付的速度和可靠性。最终，我们将看到多个AI Agent协同工作，共同完成复杂的开发和运维任务，开启DevOps的全新篇章。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这是最终版的Azure DevOps企业级架构图。它完全保留了您认可的详细布局和风格，同时将所有文字都替换为了清晰的中文。这张图完整地展示了Azure DevOps在整个软件开发生命周期中的所有能力组件及其集成关系，希望这是您需要的最终版本。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notesSlides/notesSlide1.xml" Type="http://schemas.openxmlformats.org/officeDocument/2006/relationships/notesSlid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notesSlides/notesSlide2.xml" Type="http://schemas.openxmlformats.org/officeDocument/2006/relationships/notesSlide"/><Relationship Id="rId6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206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Azure DevOps核心优势与AI Agent时代展望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51435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5143500" cy="558800"/>
          </a:xfrm>
          <a:prstGeom prst="roundRect">
            <a:avLst>
              <a:gd name="adj" fmla="val 22727"/>
            </a:avLst>
          </a:prstGeom>
          <a:solidFill>
            <a:srgbClr val="0078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333500"/>
            <a:ext cx="4889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Azure DevOps 核心优势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032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33500" y="19685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一体化平台：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Boards/Repos/Pipelines等一站式交付，消除碎片化。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2667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26035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安全合规：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集成AAD认证与ISO合规，提供细粒度访问控制与审计。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3302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33500" y="32385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灵活扩展：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支持多语言、多云环境及丰富的扩展市场，按需定制。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3937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33500" y="38735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生态集成：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无缝连接Office 365、Visual Studio及GitHub生态。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52500" y="4572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33500" y="45085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云原生覆盖：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依托Azure全球基础设施，提供99.9% SLA自动更新。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86500" y="1270000"/>
            <a:ext cx="51435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86500" y="1270000"/>
            <a:ext cx="5143500" cy="558800"/>
          </a:xfrm>
          <a:prstGeom prst="roundRect">
            <a:avLst>
              <a:gd name="adj" fmla="val 22727"/>
            </a:avLst>
          </a:prstGeom>
          <a:solidFill>
            <a:srgbClr val="FFB9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1333500"/>
            <a:ext cx="4889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 时代目标功能形态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858000" y="19685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AI驱动助手：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集成Copilot，自动生成代码、单元测试与智能审查。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477000" y="2667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858000" y="26035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智能CI/CD：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预测失败、推荐策略，智能调整蓝绿部署与金丝雀发布。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477000" y="33020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858000" y="32385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自主运维：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SRE Agent实现7x24监控、故障自愈与自动工作项创建。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477000" y="39370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858000" y="38735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债务管理：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辅助遗留代码现代化，自动评估技术债务并提供建议。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6477000" y="45720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858000" y="45085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多智能体协作：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多Agent协同处理复杂任务，构建自主开发运维团队。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从高效工具链到自主智能体，开启DevOps新篇章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54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8D4"/>
                </a:solidFill>
                <a:latin typeface="Poppins"/>
                <a:ea typeface="Poppins"/>
                <a:cs typeface="Poppins"/>
                <a:sym typeface="Poppins"/>
              </a:rPr>
              <a:t>Azure DevOps 企业级完整开发生命周期能力组件架构图（最终版）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09600" y="1016000"/>
            <a:ext cx="6096000" cy="342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609600" y="4445000"/>
            <a:ext cx="10972800" cy="1270000"/>
          </a:xfrm>
          <a:prstGeom prst="roundRect">
            <a:avLst>
              <a:gd name="adj" fmla="val 10000"/>
            </a:avLst>
          </a:prstGeom>
          <a:solidFill>
            <a:srgbClr val="0078D4">
              <a:alpha val="5000"/>
            </a:srgbClr>
          </a:solidFill>
          <a:ln w="12700" cmpd="sng" cap="flat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63600" y="4635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70000" y="45974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端到端价值流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4978400"/>
            <a:ext cx="1016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该架构展示了从代码提交到生产部署的完整闭环。开发者通过</a:t>
            </a:r>
            <a:r>
              <a:rPr lang="en-US" b="true" i="false" strike="noStrike" u="none" sz="13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Azure Repos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协作，触发</a:t>
            </a:r>
            <a:r>
              <a:rPr lang="en-US" b="true" i="false" strike="noStrike" u="none" sz="13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Pipelines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进行构建与测试，生成的制品存储于</a:t>
            </a:r>
            <a:r>
              <a:rPr lang="en-US" b="true" i="false" strike="noStrike" u="none" sz="13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Artifacts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，最终安全部署至</a:t>
            </a:r>
            <a:r>
              <a:rPr lang="en-US" b="true" i="false" strike="noStrike" u="none" sz="13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AKS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，全程由</a:t>
            </a:r>
            <a:r>
              <a:rPr lang="en-US" b="true" i="false" strike="noStrike" u="none" sz="13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Monitor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保障稳定性。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